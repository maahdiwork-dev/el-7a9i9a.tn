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59E0B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مثبّت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MENACHART HACKATHON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زعما صحيحة؟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مثبّت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التحقق الأولى بالعربي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2743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66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Verification Suite for MENA — Arabic-First. Live Today.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ZvenDenLabs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716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المعلومة الكاذبة تنتشر</a:t>
            </a:r>
            <a:endParaRPr lang="en-US" sz="2800" dirty="0"/>
          </a:p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 مرات أسرع من الحقيقة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 Study, 2018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2331720"/>
            <a:ext cx="5029200" cy="658368"/>
          </a:xfrm>
          <a:prstGeom prst="rect">
            <a:avLst/>
          </a:prstGeom>
          <a:solidFill>
            <a:srgbClr val="13131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2331720"/>
            <a:ext cx="457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77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 مزوّرة أو مولودة بالذكاء الاصطناعي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67919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AI-generated images spread as real news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3136392"/>
            <a:ext cx="5029200" cy="658368"/>
          </a:xfrm>
          <a:prstGeom prst="rect">
            <a:avLst/>
          </a:prstGeom>
          <a:solidFill>
            <a:srgbClr val="13131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3136392"/>
            <a:ext cx="457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82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أخبار ملفّقة بدون مصادر موثوقة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483864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Unverified claims circulate on WhatsApp daily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941064"/>
            <a:ext cx="5029200" cy="658368"/>
          </a:xfrm>
          <a:prstGeom prst="rect">
            <a:avLst/>
          </a:prstGeom>
          <a:solidFill>
            <a:srgbClr val="13131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941064"/>
            <a:ext cx="457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9867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أداة عربية حقيقية للتحقق في الوقت الفعلي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288536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real-time Arabic fact-checking tool exists</a:t>
            </a:r>
            <a:endParaRPr lang="en-US" sz="1000" dirty="0"/>
          </a:p>
        </p:txBody>
      </p:sp>
      <p:pic>
        <p:nvPicPr>
          <p:cNvPr id="19" name="Image 0" descr="/home/claude/pptx/facebook_p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457200"/>
            <a:ext cx="33832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الأدوات الموجودة فاشلة هنا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fact-checkers weren't built for MENA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2880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Snopes / AFP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مثبّت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Language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English only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Arabic, Derja, French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Speed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Hours / Days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Seconds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Access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You find them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WhatsApp — where you already are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MENA sources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None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Mosaique, TAP, Nawaat, Reuters AR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Dialect support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None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Tunisian Derja native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Cost to user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Free but irrelevant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Free (tools) / Premium (agent)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مثبّت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Tools. 1 Platform. Arabic-First. Live Today.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560320" cy="2651760"/>
          </a:xfrm>
          <a:prstGeom prst="rect">
            <a:avLst/>
          </a:prstGeom>
          <a:solidFill>
            <a:srgbClr val="13131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1488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Arabic-First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291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Derja, MSA, French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whatever you send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965960"/>
            <a:ext cx="2560320" cy="2651760"/>
          </a:xfrm>
          <a:prstGeom prst="rect">
            <a:avLst/>
          </a:prstGeom>
          <a:solidFill>
            <a:srgbClr val="13131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1488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Native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91840" y="3291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app. No login.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news already is.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965960"/>
            <a:ext cx="2560320" cy="2651760"/>
          </a:xfrm>
          <a:prstGeom prst="rect">
            <a:avLst/>
          </a:prstGeom>
          <a:solidFill>
            <a:srgbClr val="13131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488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Agent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26480" y="3291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Thinks, searches, gives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verdict with evidence.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with AI agents for research, development &amp; orchestration — powered by Claude Sonnet, Gemini, Groq / LLaMA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 أدوات — ٣ محاور — منصة واحدة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" y="1417320"/>
            <a:ext cx="2057400" cy="3383280"/>
          </a:xfrm>
          <a:prstGeom prst="rect">
            <a:avLst/>
          </a:prstGeom>
          <a:solidFill>
            <a:srgbClr val="13131F"/>
          </a:solidFill>
          <a:ln w="635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417320"/>
            <a:ext cx="205740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4173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808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0136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" y="2377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كاشف الصور والفيديو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7160" y="28346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Media Detector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8600" y="31546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Detects AI-generated images &amp; videos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37160" y="37490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Gemini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37160" y="40233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1: Content Authenticity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359152" y="1417320"/>
            <a:ext cx="2057400" cy="3383280"/>
          </a:xfrm>
          <a:prstGeom prst="rect">
            <a:avLst/>
          </a:prstGeom>
          <a:solidFill>
            <a:srgbClr val="13131F"/>
          </a:solidFill>
          <a:ln w="635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359152" y="1417320"/>
            <a:ext cx="205740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59152" y="14173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808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801368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359152" y="2377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محقق التطابق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359152" y="28346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Consistency Checker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450592" y="31546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if image matches its caption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359152" y="37490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/ Llama 4 Scout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2359152" y="40233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2: Contextual Consistency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4581144" y="1417320"/>
            <a:ext cx="2057400" cy="3383280"/>
          </a:xfrm>
          <a:prstGeom prst="rect">
            <a:avLst/>
          </a:prstGeom>
          <a:solidFill>
            <a:srgbClr val="13131F"/>
          </a:solidFill>
          <a:ln w="635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81144" y="1417320"/>
            <a:ext cx="205740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81144" y="14173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808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8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801368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581144" y="2377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كاشف النص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581144" y="28346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Text Detector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672584" y="31546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Detects AI-generated or manipulated text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581144" y="37490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/ LLaMA 3.3 70B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4581144" y="40233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3: Source Credibility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6803136" y="1417320"/>
            <a:ext cx="2057400" cy="3383280"/>
          </a:xfrm>
          <a:prstGeom prst="rect">
            <a:avLst/>
          </a:prstGeom>
          <a:solidFill>
            <a:srgbClr val="110E0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803136" y="1417320"/>
            <a:ext cx="20574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803136" y="14173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808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8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1801368"/>
            <a:ext cx="502920" cy="5029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803136" y="2377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مثبّت Agent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6803136" y="28346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Fact-Checker Agent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6894576" y="31546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web search → verdict with sources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6803136" y="37490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803136" y="40233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3: Source Credibility + Fact-Check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مثبّت في العمل — وقت حقيقي</a:t>
            </a:r>
            <a:endParaRPr lang="en-US" sz="2600" dirty="0"/>
          </a:p>
        </p:txBody>
      </p:sp>
      <p:pic>
        <p:nvPicPr>
          <p:cNvPr id="6" name="Image 0" descr="/home/claude/pptx/verdi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234440"/>
            <a:ext cx="868680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8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 submitted → Web searched → 5 sources analyzed → Verdict in seconds. Not a prototype. Live today.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يستعمل مثبّت؟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8686800" cy="1051560"/>
          </a:xfrm>
          <a:prstGeom prst="rect">
            <a:avLst/>
          </a:prstGeom>
          <a:solidFill>
            <a:srgbClr val="13131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25880"/>
            <a:ext cx="4572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002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8074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Everyday Citizen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38074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المواطن العادي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7647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Sees a viral post → sends it to مثبّت on WhatsApp → gets a verdict before sharing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2514600"/>
            <a:ext cx="8686800" cy="1051560"/>
          </a:xfrm>
          <a:prstGeom prst="rect">
            <a:avLst/>
          </a:prstGeom>
          <a:solidFill>
            <a:srgbClr val="13131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8600" y="2514600"/>
            <a:ext cx="4572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889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256946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Journalists &amp; Newsrooms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51560" y="256946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الصحفيين والجرايد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51560" y="295351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claims before publishing — saves hours of manual fact-checking per article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28600" y="3703320"/>
            <a:ext cx="8686800" cy="1051560"/>
          </a:xfrm>
          <a:prstGeom prst="rect">
            <a:avLst/>
          </a:prstGeom>
          <a:solidFill>
            <a:srgbClr val="13131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28600" y="3703320"/>
            <a:ext cx="4572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7764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375818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 &amp; Institutions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51560" y="375818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الحكومة والمؤسسات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51560" y="41422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national fact-checking hotline — public service like emergency lines 190 / 198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مين يدفع؟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023360" cy="3474720"/>
          </a:xfrm>
          <a:prstGeom prst="rect">
            <a:avLst/>
          </a:prstGeom>
          <a:solidFill>
            <a:srgbClr val="13131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402336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808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FREEMIUM — Tools 1-3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Detection Tools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No login required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5 checks/day per IP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Funded via B2G grants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&amp; institutional partnerships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14800" cy="3474720"/>
          </a:xfrm>
          <a:prstGeom prst="rect">
            <a:avLst/>
          </a:prstGeom>
          <a:solidFill>
            <a:srgbClr val="110E0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4114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25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808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— مثبّت 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B2G — Government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5,000–20,000 DT/month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HAICA, Ministry of Communication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— Newsrooms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 DT/seat — 399 DT/team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Mosaique FM, Shems FM, Inkyfada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نحنا الآن — وين رايحين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325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مثبّت Agent live on WhatsApp — tested and working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4708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8013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specialized detection tools built and deployed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22576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227685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3 problem axes fully covered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798064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7240" y="275234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Arabic-first, Tunisian Derja-native output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273552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7240" y="32278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with AI agents for research, dev &amp; orchestration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4846320" y="1325880"/>
            <a:ext cx="1325880" cy="3520440"/>
          </a:xfrm>
          <a:prstGeom prst="rect">
            <a:avLst/>
          </a:prstGeom>
          <a:solidFill>
            <a:srgbClr val="1A120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4846320" y="141732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4983480" y="2148840"/>
            <a:ext cx="10515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846320" y="2286000"/>
            <a:ext cx="1325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Tunisia launch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newsroom pilots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HAICA pilot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309360" y="1325880"/>
            <a:ext cx="1325880" cy="3520440"/>
          </a:xfrm>
          <a:prstGeom prst="rect">
            <a:avLst/>
          </a:prstGeom>
          <a:solidFill>
            <a:srgbClr val="13131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6309360" y="141732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months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6446520" y="2148840"/>
            <a:ext cx="105156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309360" y="2286000"/>
            <a:ext cx="1325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MENA expansion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Morocco, Algeria, Egypt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Partner: Misbar, Fatabyyano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7772400" y="1325880"/>
            <a:ext cx="1325880" cy="3520440"/>
          </a:xfrm>
          <a:prstGeom prst="rect">
            <a:avLst/>
          </a:prstGeom>
          <a:solidFill>
            <a:srgbClr val="13131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7772400" y="141732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months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7909560" y="2148840"/>
            <a:ext cx="105156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772400" y="2286000"/>
            <a:ext cx="1325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platform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 extension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pipeline agent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182880"/>
            <a:ext cx="73152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F59E0B">
                    <a:alpha val="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مثبّت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نحتاجوا دعمكم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5486400" cy="914400"/>
          </a:xfrm>
          <a:prstGeom prst="rect">
            <a:avLst/>
          </a:prstGeom>
          <a:solidFill>
            <a:srgbClr val="13131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0020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Support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20391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Hosting &amp; API cost coverage to scale beyond hackathon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651760"/>
            <a:ext cx="5486400" cy="914400"/>
          </a:xfrm>
          <a:prstGeom prst="rect">
            <a:avLst/>
          </a:prstGeom>
          <a:solidFill>
            <a:srgbClr val="13131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65176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5292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 Introductions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97280" y="3090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HAICA, Ministry of Communication — for the pilot program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4320" y="3703320"/>
            <a:ext cx="5486400" cy="914400"/>
          </a:xfrm>
          <a:prstGeom prst="rect">
            <a:avLst/>
          </a:prstGeom>
          <a:solidFill>
            <a:srgbClr val="13131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370332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0448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Partnerships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97280" y="41422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Mosaique FM, Shems FM, Inkyfada — verify before you publish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التقنية جاهزة. هاذا مش prototype. هاذا شغال دروك.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مثبّت — Pitch Deck</dc:title>
  <dc:subject>PptxGenJS Presentation</dc:subject>
  <dc:creator>PptxGenJS</dc:creator>
  <cp:lastModifiedBy>PptxGenJS</cp:lastModifiedBy>
  <cp:revision>1</cp:revision>
  <dcterms:created xsi:type="dcterms:W3CDTF">2026-04-05T09:59:50Z</dcterms:created>
  <dcterms:modified xsi:type="dcterms:W3CDTF">2026-04-05T09:59:50Z</dcterms:modified>
</cp:coreProperties>
</file>